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5aea8ed4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5aea8ed4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5aea8ed4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5aea8ed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5aea8ed4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5aea8ed4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5aea8ed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5aea8ed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5aea8ed4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5aea8ed4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5aea8ed4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5aea8ed4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5b2f7aa8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5b2f7aa8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82495e9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82495e9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acffa4f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acffa4f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ticonindustries.com/products/inc-alloy-625-filler-ro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aleperformancecoatings.com/contact-u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50" y="556874"/>
            <a:ext cx="3530384" cy="382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4876" y="556875"/>
            <a:ext cx="3060774" cy="341467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78375" y="141750"/>
            <a:ext cx="583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ASSEMBLY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75" y="607774"/>
            <a:ext cx="5072101" cy="3677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4394250" y="2014950"/>
            <a:ext cx="475800" cy="11643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4394250" y="3179250"/>
            <a:ext cx="475800" cy="5469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4951125" y="2366250"/>
            <a:ext cx="2652600" cy="738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Additive: </a:t>
            </a:r>
            <a:r>
              <a:rPr lang="en" sz="1800">
                <a:solidFill>
                  <a:schemeClr val="dk2"/>
                </a:solidFill>
              </a:rPr>
              <a:t>Inconel/Haynes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992150" y="3221850"/>
            <a:ext cx="3684600" cy="738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Welded assembly, lathe: Inconel/Haynes/Possible coat?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073425" y="257175"/>
            <a:ext cx="12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PreBurner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415200" y="4284850"/>
            <a:ext cx="30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Is welding possible?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75" y="227970"/>
            <a:ext cx="4816400" cy="19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75" y="2772975"/>
            <a:ext cx="3141381" cy="199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2252" y="2933963"/>
            <a:ext cx="2983724" cy="1673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5"/>
          <p:cNvCxnSpPr/>
          <p:nvPr/>
        </p:nvCxnSpPr>
        <p:spPr>
          <a:xfrm flipH="1" rot="10800000">
            <a:off x="3067875" y="364575"/>
            <a:ext cx="3756900" cy="30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5"/>
          <p:cNvCxnSpPr/>
          <p:nvPr/>
        </p:nvCxnSpPr>
        <p:spPr>
          <a:xfrm flipH="1">
            <a:off x="3057825" y="364500"/>
            <a:ext cx="30300" cy="546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5"/>
          <p:cNvSpPr txBox="1"/>
          <p:nvPr/>
        </p:nvSpPr>
        <p:spPr>
          <a:xfrm>
            <a:off x="7006500" y="407100"/>
            <a:ext cx="209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Lathe/CNC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0875" y="227975"/>
            <a:ext cx="25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Bearing Housing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380550" y="2099725"/>
            <a:ext cx="278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Is this a good idea?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486000" y="324000"/>
            <a:ext cx="583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STATOR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50" y="2571750"/>
            <a:ext cx="2344676" cy="197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375" y="850500"/>
            <a:ext cx="1542850" cy="1721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6"/>
          <p:cNvCxnSpPr/>
          <p:nvPr/>
        </p:nvCxnSpPr>
        <p:spPr>
          <a:xfrm>
            <a:off x="1701000" y="2045250"/>
            <a:ext cx="1103700" cy="1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6"/>
          <p:cNvCxnSpPr/>
          <p:nvPr/>
        </p:nvCxnSpPr>
        <p:spPr>
          <a:xfrm flipH="1">
            <a:off x="2521225" y="2045250"/>
            <a:ext cx="239100" cy="658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89" name="Google Shape;8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4700" y="245849"/>
            <a:ext cx="4749224" cy="14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3038025" y="1819500"/>
            <a:ext cx="451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CNC: </a:t>
            </a:r>
            <a:r>
              <a:rPr lang="en" sz="1800">
                <a:solidFill>
                  <a:schemeClr val="dk2"/>
                </a:solidFill>
              </a:rPr>
              <a:t>inconel/haynes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038025" y="2645375"/>
            <a:ext cx="6196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:We want stator to be a </a:t>
            </a:r>
            <a:r>
              <a:rPr lang="en" sz="1800">
                <a:solidFill>
                  <a:schemeClr val="dk2"/>
                </a:solidFill>
              </a:rPr>
              <a:t>interchangeable</a:t>
            </a:r>
            <a:r>
              <a:rPr lang="en" sz="1800">
                <a:solidFill>
                  <a:schemeClr val="dk2"/>
                </a:solidFill>
              </a:rPr>
              <a:t> part so we can change turbine characteristics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Is this a viable way to connect? (</a:t>
            </a:r>
            <a:r>
              <a:rPr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nterference/compression)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3875"/>
            <a:ext cx="2280994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772" y="3007450"/>
            <a:ext cx="1687476" cy="199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9624" y="3090891"/>
            <a:ext cx="2280999" cy="168758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4698000" y="4374000"/>
            <a:ext cx="789900" cy="4044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698000" y="3381600"/>
            <a:ext cx="781500" cy="9924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5659875" y="4345350"/>
            <a:ext cx="2860500" cy="461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Additive: </a:t>
            </a:r>
            <a:r>
              <a:rPr lang="en" sz="1800">
                <a:solidFill>
                  <a:schemeClr val="dk2"/>
                </a:solidFill>
              </a:rPr>
              <a:t>Inconel/Haynes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5659875" y="3646950"/>
            <a:ext cx="1296000" cy="461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Lathe?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 flipH="1">
            <a:off x="2217375" y="4090500"/>
            <a:ext cx="486000" cy="1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 flipH="1">
            <a:off x="2217375" y="3311400"/>
            <a:ext cx="486000" cy="1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2217375" y="3311400"/>
            <a:ext cx="50700" cy="77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>
            <a:endCxn id="107" idx="1"/>
          </p:cNvCxnSpPr>
          <p:nvPr/>
        </p:nvCxnSpPr>
        <p:spPr>
          <a:xfrm flipH="1" rot="10800000">
            <a:off x="2429950" y="1520775"/>
            <a:ext cx="2747100" cy="177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7"/>
          <p:cNvSpPr txBox="1"/>
          <p:nvPr/>
        </p:nvSpPr>
        <p:spPr>
          <a:xfrm>
            <a:off x="5177050" y="111825"/>
            <a:ext cx="3966900" cy="2817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Idea: Is it possible to make this section out of steel and then coat the interior in </a:t>
            </a:r>
            <a:r>
              <a:rPr lang="en" sz="1800">
                <a:solidFill>
                  <a:schemeClr val="dk2"/>
                </a:solidFill>
              </a:rPr>
              <a:t>inconel?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Reasons this might not work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:Wall heat melting the steel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:Inconel coat not thick enough to protect steel from GOX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2828925" y="0"/>
            <a:ext cx="1977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Turbine Housing/ Main injector plate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250" y="2325050"/>
            <a:ext cx="3715874" cy="211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 rotWithShape="1">
          <a:blip r:embed="rId4">
            <a:alphaModFix/>
          </a:blip>
          <a:srcRect b="-111808" l="-6952" r="0" t="-6057"/>
          <a:stretch/>
        </p:blipFill>
        <p:spPr>
          <a:xfrm>
            <a:off x="4494615" y="-71762"/>
            <a:ext cx="4033111" cy="47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2750" y="2425250"/>
            <a:ext cx="2852494" cy="21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309250" y="341825"/>
            <a:ext cx="198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NEW SHORTER PREBURNER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1369" y="81387"/>
            <a:ext cx="1583556" cy="211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83" y="151500"/>
            <a:ext cx="3630375" cy="484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9"/>
          <p:cNvCxnSpPr/>
          <p:nvPr/>
        </p:nvCxnSpPr>
        <p:spPr>
          <a:xfrm>
            <a:off x="2065500" y="1427625"/>
            <a:ext cx="3068100" cy="9519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4" name="Google Shape;124;p19"/>
          <p:cNvSpPr txBox="1"/>
          <p:nvPr/>
        </p:nvSpPr>
        <p:spPr>
          <a:xfrm>
            <a:off x="5133600" y="2288250"/>
            <a:ext cx="3845100" cy="2401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Can this wall be 1 mm  On coaxial </a:t>
            </a:r>
            <a:r>
              <a:rPr lang="en" sz="1800">
                <a:solidFill>
                  <a:schemeClr val="dk2"/>
                </a:solidFill>
              </a:rPr>
              <a:t>swirl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injector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:worried about porous walls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:pretty sure its fine tho cause its the same way the club has done these before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184600"/>
            <a:ext cx="839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DO BEFORE MANUFACTURING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FINISH CAD/ANALYSIS (flange’s, seals, mechanical integration)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ANALYSIS (structural/thermal/acoustic sim, fatigue analysis, TEST INJECTOR DESIGNS)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DFM and gd&amp;t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Budget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ROUGH TESTING </a:t>
            </a:r>
            <a:r>
              <a:rPr lang="en"/>
              <a:t>FEASIBILITY</a:t>
            </a:r>
            <a:r>
              <a:rPr lang="en"/>
              <a:t> PLAN (can we </a:t>
            </a:r>
            <a:r>
              <a:rPr lang="en"/>
              <a:t>realistically build the test hardware or do we need to use professional setup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Welding Info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1700" y="1319500"/>
            <a:ext cx="2521500" cy="15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Aron Harshbager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937 510 5792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JSC Coating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265500" y="857800"/>
            <a:ext cx="51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Retired aerospace welder 125$ an hour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118300" y="2840800"/>
            <a:ext cx="835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https://www.ticonindustries.com/products/inc-alloy-625-filler-rod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Inconel to stainless filler rod 150$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Plating Info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https://haleperformancecoatings.com/contact-us/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Agreed to plate trunk free of charge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
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a0bd80b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a0bd80b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0bd80b7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0bd80b7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0bd80b7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a0bd80b7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a0bd80b7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a0bd80b7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7.jp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i.org/10.2514/6.2026-115081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77575"/>
            <a:ext cx="8520600" cy="229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Lowry Research </a:t>
            </a:r>
            <a:r>
              <a:rPr lang="en"/>
              <a:t>Experience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Research: ManufacturingX Lab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186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URSW: 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0601" y="2113176"/>
            <a:ext cx="5771750" cy="2530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2200" y="122475"/>
            <a:ext cx="3709398" cy="200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557" y="1872150"/>
            <a:ext cx="3175037" cy="30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621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Experimental: Coaxial Swirl Injector Test </a:t>
            </a:r>
            <a:r>
              <a:rPr lang="en"/>
              <a:t>Campaign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9025" y="566888"/>
            <a:ext cx="2036275" cy="40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30977" t="0"/>
          <a:stretch/>
        </p:blipFill>
        <p:spPr>
          <a:xfrm>
            <a:off x="1484100" y="473925"/>
            <a:ext cx="2611200" cy="931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9975" y="704375"/>
            <a:ext cx="2755129" cy="367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469175"/>
            <a:ext cx="1819640" cy="252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17876" y="1973050"/>
            <a:ext cx="2036275" cy="183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Screenshot 2026-06-19 14463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398" y="473925"/>
            <a:ext cx="1183099" cy="186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Research: Combustion Device Development </a:t>
            </a:r>
            <a:endParaRPr/>
          </a:p>
        </p:txBody>
      </p:sp>
      <p:pic>
        <p:nvPicPr>
          <p:cNvPr descr="A drawing of a machine&#10;&#10;AI-generated content may be incorrect."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00" y="1123875"/>
            <a:ext cx="3329824" cy="30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375601" y="1299150"/>
            <a:ext cx="12579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325" lIns="38325" spcFirstLastPara="1" rIns="38325" wrap="square" tIns="3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7"/>
              <a:t>  </a:t>
            </a:r>
            <a:endParaRPr sz="587"/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17424" l="17424" r="0" t="0"/>
          <a:stretch/>
        </p:blipFill>
        <p:spPr>
          <a:xfrm>
            <a:off x="7303825" y="80525"/>
            <a:ext cx="1761351" cy="234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5064" y="1063125"/>
            <a:ext cx="2826057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Screenshot 2026-09-02 16041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8500" y="2924500"/>
            <a:ext cx="2652748" cy="195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 title="Screenshot 2026-06-11 103741.png"/>
          <p:cNvPicPr preferRelativeResize="0"/>
          <p:nvPr/>
        </p:nvPicPr>
        <p:blipFill rotWithShape="1">
          <a:blip r:embed="rId7">
            <a:alphaModFix/>
          </a:blip>
          <a:srcRect b="14300" l="4760" r="-4760" t="-14300"/>
          <a:stretch/>
        </p:blipFill>
        <p:spPr>
          <a:xfrm>
            <a:off x="5837675" y="1184625"/>
            <a:ext cx="1527889" cy="124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Research: Design and Numerical Analysis of an Oxygen-Rich Gas Turbine</a:t>
            </a:r>
            <a:endParaRPr sz="1920"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657900" cy="15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3A7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https://doi.org/10.2514/6.2026-115081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8225" y="3023300"/>
            <a:ext cx="4870071" cy="186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9925" y="901250"/>
            <a:ext cx="4593173" cy="192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1" y="2190750"/>
            <a:ext cx="3892002" cy="25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